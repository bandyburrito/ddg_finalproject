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D7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SHOKI'S ADVENTURE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2157984"/>
            <a:ext cx="3657600" cy="54864"/>
          </a:xfrm>
          <a:prstGeom prst="rect">
            <a:avLst/>
          </a:prstGeom>
          <a:solidFill>
            <a:srgbClr val="00C8D7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331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 Module — Week 6 Early Presentation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Grid-based tactical combat  ·  10 waves  ·  Survive or be captured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371600"/>
            <a:ext cx="1965960" cy="2103120"/>
          </a:xfrm>
          <a:prstGeom prst="rect">
            <a:avLst/>
          </a:prstGeom>
          <a:solidFill>
            <a:srgbClr val="1E1D42"/>
          </a:solidFill>
          <a:ln w="12700">
            <a:solidFill>
              <a:srgbClr val="3A3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7728" y="1463040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6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Tactics / Roguelite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C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040A0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112A"/>
          </a:solidFill>
          <a:ln w="12700">
            <a:solidFill>
              <a:srgbClr val="1211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731520"/>
          </a:xfrm>
          <a:prstGeom prst="rect">
            <a:avLst/>
          </a:prstGeom>
          <a:solidFill>
            <a:srgbClr val="00C8D7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CONCEPT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777240"/>
          </a:xfrm>
          <a:prstGeom prst="rect">
            <a:avLst/>
          </a:prstGeom>
          <a:solidFill>
            <a:srgbClr val="12112A"/>
          </a:solidFill>
          <a:ln w="12700">
            <a:solidFill>
              <a:srgbClr val="1211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96112"/>
            <a:ext cx="83210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Shoki is an alien crash-landed on Earth. Survive 10 waves of government soldiers on an 8×8 isometric grid — repair your ship and escape home.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82880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828800"/>
            <a:ext cx="2743200" cy="384048"/>
          </a:xfrm>
          <a:prstGeom prst="rect">
            <a:avLst/>
          </a:prstGeom>
          <a:solidFill>
            <a:srgbClr val="00C8D7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653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the Breach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" y="2331720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Enemy telegraph system — enemies reveal their attack targets before acting. Player can react and dodge.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82880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828800"/>
            <a:ext cx="274320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8653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Mewgenics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2331720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Entity-driven emergent behaviour. Characters act independently based on their own internal logic.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828800"/>
            <a:ext cx="2743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8653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Shovel Knight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73368" y="2331720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pixel art aesthetic. Clear readable sprites on a clean grid. Chunky, expressive characters.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A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112A"/>
          </a:solidFill>
          <a:ln w="12700">
            <a:solidFill>
              <a:srgbClr val="1211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7315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INTERACTIVE ELEMENTS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023360" cy="457200"/>
          </a:xfrm>
          <a:prstGeom prst="rect">
            <a:avLst/>
          </a:prstGeom>
          <a:solidFill>
            <a:srgbClr val="00C8D7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05840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1 — Enemy 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581912"/>
            <a:ext cx="685800" cy="594360"/>
          </a:xfrm>
          <a:prstGeom prst="rect">
            <a:avLst/>
          </a:prstGeom>
          <a:solidFill>
            <a:srgbClr val="00C8D7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81912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112A"/>
                </a:solidFill>
              </a:rPr>
              <a:t>SEE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70432" y="162763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Shoki's grid position at the start of each round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523744"/>
            <a:ext cx="685800" cy="594360"/>
          </a:xfrm>
          <a:prstGeom prst="rect">
            <a:avLst/>
          </a:prstGeom>
          <a:solidFill>
            <a:srgbClr val="00C8D7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523744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112A"/>
                </a:solidFill>
              </a:rPr>
              <a:t>PROCESS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70432" y="256946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move path + attack target, broadcasts intent via yellow telegraph tiles on the board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3465576"/>
            <a:ext cx="685800" cy="594360"/>
          </a:xfrm>
          <a:prstGeom prst="rect">
            <a:avLst/>
          </a:prstGeom>
          <a:solidFill>
            <a:srgbClr val="00C8D7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465576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112A"/>
                </a:solidFill>
              </a:rPr>
              <a:t>ACT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70432" y="351129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its telegraphed plan — moves first, then attacks the committed tile (even if Shoki has moved away)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4178808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8A"/>
                </a:solidFill>
              </a:rPr>
              <a:t>3 types: Soldier (rushes melee), Sniper (keeps distance, ranged), Heavy (slow, high HP)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9601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960120"/>
            <a:ext cx="402336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005840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2 — Environmental Traps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56048" y="1581912"/>
            <a:ext cx="749808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581912"/>
            <a:ext cx="74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COLLISION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97296" y="1627632"/>
            <a:ext cx="2962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entity stepping onto a trap tile activates it — player OR enemy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56048" y="2523744"/>
            <a:ext cx="749808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523744"/>
            <a:ext cx="74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PROCESS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797296" y="2569464"/>
            <a:ext cx="2962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 type determines effect: Spike (10 dmg), Pit (instant kill), Slow Zone (–1 move range next turn)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56048" y="3465576"/>
            <a:ext cx="749808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3465576"/>
            <a:ext cx="74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797296" y="3511296"/>
            <a:ext cx="29626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applied immediately on entry — damage dealt, movement reduced, or entity removed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56048" y="4178808"/>
            <a:ext cx="3803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F6B35"/>
                </a:solidFill>
              </a:rPr>
              <a:t>Key: enemies can be BAITED into traps — the two elements interact directly.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11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8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LeBlanc's 8 Types of Fun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turn is a puzzle. No two turns are the same.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0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Read enemy telegraph tiles before moving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0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Positioning determines what you can attack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0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Bait enemies into traps with smart movement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0" y="502920"/>
            <a:ext cx="3566160" cy="749808"/>
          </a:xfrm>
          <a:prstGeom prst="rect">
            <a:avLst/>
          </a:prstGeom>
          <a:solidFill>
            <a:srgbClr val="1E1D42"/>
          </a:solidFill>
          <a:ln w="12700">
            <a:solidFill>
              <a:srgbClr val="3A3A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40680" y="5669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8321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tiles show where enemies will attack next turn.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1371600"/>
            <a:ext cx="3566160" cy="749808"/>
          </a:xfrm>
          <a:prstGeom prst="rect">
            <a:avLst/>
          </a:prstGeom>
          <a:solidFill>
            <a:srgbClr val="1E1D42"/>
          </a:solidFill>
          <a:ln w="12700">
            <a:solidFill>
              <a:srgbClr val="3A3A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40680" y="14356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0680" y="170078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on the wrong tile after moving and take avoidable damage.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2240280"/>
            <a:ext cx="3566160" cy="749808"/>
          </a:xfrm>
          <a:prstGeom prst="rect">
            <a:avLst/>
          </a:prstGeom>
          <a:solidFill>
            <a:srgbClr val="1E1D42"/>
          </a:solidFill>
          <a:ln w="12700">
            <a:solidFill>
              <a:srgbClr val="3A3A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40680" y="23042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Melee vs. ranged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25694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attack mode each turn based on range and upgrade build.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0" y="3108960"/>
            <a:ext cx="3566160" cy="749808"/>
          </a:xfrm>
          <a:prstGeom prst="rect">
            <a:avLst/>
          </a:prstGeom>
          <a:solidFill>
            <a:srgbClr val="1E1D42"/>
          </a:solidFill>
          <a:ln w="12700">
            <a:solidFill>
              <a:srgbClr val="3A3A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40680" y="31729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 baiting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40680" y="34381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enemies through Spike or Pit tiles — use their telegraphed movement.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0" y="3977640"/>
            <a:ext cx="3566160" cy="749808"/>
          </a:xfrm>
          <a:prstGeom prst="rect">
            <a:avLst/>
          </a:prstGeom>
          <a:solidFill>
            <a:srgbClr val="1E1D42"/>
          </a:solidFill>
          <a:ln w="12700">
            <a:solidFill>
              <a:srgbClr val="3A3A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40680" y="40416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run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430682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 multipliers over 10 waves forces long-term commitment choices.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0A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112A"/>
          </a:solidFill>
          <a:ln w="12700">
            <a:solidFill>
              <a:srgbClr val="1211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731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LOOPS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743200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96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1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12893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2112A"/>
                </a:solidFill>
              </a:rPr>
              <a:t>One turn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673352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Move up to 2 tiles on the grid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240280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Trap triggers if you enter a trap tile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807208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Attack — melee (8 tiles) or ranged (2–4 tiles)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37413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End turn → enemies execute their telegraphed plans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45994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8A"/>
                </a:solidFill>
              </a:rPr>
              <a:t>Repeats for each entity per initiative order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9601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960120"/>
            <a:ext cx="2743200" cy="566928"/>
          </a:xfrm>
          <a:prstGeom prst="rect">
            <a:avLst/>
          </a:prstGeom>
          <a:solidFill>
            <a:srgbClr val="00C8D7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996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1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MACRO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12893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2112A"/>
                </a:solidFill>
              </a:rPr>
              <a:t>One wave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1673352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Survive all enemies in the wave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240280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Heal 50% of damage taken this wave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807208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Choose upgrade: +25% Melee OR Ranged dmg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37413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Waves 3 / 6 / 9: choose a Companion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45994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8A"/>
                </a:solidFill>
              </a:rPr>
              <a:t>Loops 10 times per run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63640" y="9601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960120"/>
            <a:ext cx="2743200" cy="5669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996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1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12893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2112A"/>
                </a:solidFill>
              </a:rPr>
              <a:t>Full run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1673352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HP carries over — no reset between waves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2240280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Stack damage multipliers across all 10 waves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2807208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Build a Companion team (max 3, permadeath)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337413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Survive wave 10 to escape — WIN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45994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8A"/>
                </a:solidFill>
              </a:rPr>
              <a:t>One run, no save states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112A"/>
          </a:solidFill>
          <a:ln w="12700">
            <a:solidFill>
              <a:srgbClr val="1211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731520"/>
          </a:xfrm>
          <a:prstGeom prst="rect">
            <a:avLst/>
          </a:prstGeom>
          <a:solidFill>
            <a:srgbClr val="00C8D7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INTERESTING CHOICES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743200" cy="658368"/>
          </a:xfrm>
          <a:prstGeom prst="rect">
            <a:avLst/>
          </a:prstGeom>
          <a:solidFill>
            <a:srgbClr val="00C8D7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966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2112A"/>
                </a:solidFill>
              </a:rPr>
              <a:t>Every turn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2161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1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Melee vs. Ranged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Melee: hits ALL 8 adjacent tiles — high damage, risky positioning required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404872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Ranged: single target, 2–4 tiles away — safe but weaker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072384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Each upgraded independently — commits you to a build early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9601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960120"/>
            <a:ext cx="27432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9966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2112A"/>
                </a:solidFill>
              </a:rPr>
              <a:t>Post-wave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12161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1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Upgrade Pick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37560" y="1737360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+25% Melee damage multiplier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404872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+25% Ranged damage multiplier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3072384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Multipliers compound — ×1.75 by wave 7 if you focus one path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9601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960120"/>
            <a:ext cx="2743200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9966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2112A"/>
                </a:solidFill>
              </a:rPr>
              <a:t>Waves 3, 6, 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55080" y="12161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1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Companion Pick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55080" y="1737360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DRONE — glass cannon ranged (HP 20, 2–4 tile range)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2404872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BRAWLER — tanky melee (HP 40, soaks damage)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3072384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TRICKSTER — acts TWICE per turn (HP 25, flexible)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3739896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Permadeath — companion is gone permanently if killed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A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112A"/>
          </a:solidFill>
          <a:ln w="12700">
            <a:solidFill>
              <a:srgbClr val="1211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RANDOMNESS &amp; BALANCING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02336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14984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12A"/>
                </a:solidFill>
              </a:rPr>
              <a:t>Randomness Sources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" y="1618488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5910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Initiative order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828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</a:rPr>
              <a:t>d20 + speed stat rolled each round — player and enemies act in result order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267712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2402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Room layout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4780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</a:rPr>
              <a:t>Full 8×8 grid regenerates after every wave with new obstacle and trap positions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2916936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8895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Trap placement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31272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</a:rPr>
              <a:t>Fixed counts (1 spike, 1 slow zone, 2 obstacles) at valid random positions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3566160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538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Enemy spawns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3776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</a:rPr>
              <a:t>Edge-based spawn pool with minimum 3-tile separation from Shoki's start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96012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960120"/>
            <a:ext cx="4023360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014984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12A"/>
                </a:solidFill>
              </a:rPr>
              <a:t>Balancing Decisions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56048" y="1618488"/>
            <a:ext cx="54864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15910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Enemy scaling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02352" y="1828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</a:rPr>
              <a:t>+1 enemy every 2–3 waves — keeps early waves learnable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56048" y="2267712"/>
            <a:ext cx="54864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22402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HP persistence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02352" y="24780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</a:rPr>
              <a:t>Player HP carries over — every wave has real consequences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56048" y="2916936"/>
            <a:ext cx="54864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28895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Companion cap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02352" y="31272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</a:rPr>
              <a:t>Max 3 companions + permadeath prevents late-game snowballing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56048" y="3566160"/>
            <a:ext cx="54864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3538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Multiplier start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02352" y="3776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</a:rPr>
              <a:t>Upgrades start at ×1.0 — power is earned, not given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112A"/>
          </a:solidFill>
          <a:ln w="12700">
            <a:solidFill>
              <a:srgbClr val="1211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731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 GAMESTATE  ·  PLAYABILITY  ·  ACCESSIBILITY  ·  JUICINESS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023360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14984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12A"/>
                </a:solidFill>
              </a:rPr>
              <a:t>Board reads state at a glance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563624"/>
            <a:ext cx="274320" cy="274320"/>
          </a:xfrm>
          <a:prstGeom prst="rect">
            <a:avLst/>
          </a:prstGeom>
          <a:solidFill>
            <a:srgbClr val="3399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536192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Blue tile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746504"/>
            <a:ext cx="3410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A"/>
                </a:solidFill>
              </a:rPr>
              <a:t>Valid move destination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011680"/>
            <a:ext cx="27432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984248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Orange tile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194560"/>
            <a:ext cx="3410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A"/>
                </a:solidFill>
              </a:rPr>
              <a:t>Valid attack target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459736"/>
            <a:ext cx="274320" cy="274320"/>
          </a:xfrm>
          <a:prstGeom prst="rect">
            <a:avLst/>
          </a:prstGeom>
          <a:solidFill>
            <a:srgbClr val="FFD70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432304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Yellow tile (pulsing)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642616"/>
            <a:ext cx="3410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A"/>
                </a:solidFill>
              </a:rPr>
              <a:t>Enemy will attack here next turn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907792"/>
            <a:ext cx="274320" cy="274320"/>
          </a:xfrm>
          <a:prstGeom prst="rect">
            <a:avLst/>
          </a:prstGeom>
          <a:solidFill>
            <a:srgbClr val="BBBBBB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880360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Grey outline tile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090672"/>
            <a:ext cx="3410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A"/>
                </a:solidFill>
              </a:rPr>
              <a:t>Enemy will move here next turn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3355848"/>
            <a:ext cx="274320" cy="274320"/>
          </a:xfrm>
          <a:prstGeom prst="rect">
            <a:avLst/>
          </a:prstGeom>
          <a:solidFill>
            <a:srgbClr val="FF8C0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328416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Amber tile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538728"/>
            <a:ext cx="3410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A"/>
                </a:solidFill>
              </a:rPr>
              <a:t>Spike trap (10 dmg on entry)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803904"/>
            <a:ext cx="274320" cy="274320"/>
          </a:xfrm>
          <a:prstGeom prst="rect">
            <a:avLst/>
          </a:prstGeom>
          <a:solidFill>
            <a:srgbClr val="15152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776472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Dark tile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3986784"/>
            <a:ext cx="3410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A"/>
                </a:solidFill>
              </a:rPr>
              <a:t>Pit trap — instant kill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960120"/>
            <a:ext cx="40233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960120"/>
            <a:ext cx="73152" cy="1024128"/>
          </a:xfrm>
          <a:prstGeom prst="rect">
            <a:avLst/>
          </a:prstGeom>
          <a:solidFill>
            <a:srgbClr val="00C8D7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1033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PLAYABILITY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1307592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show all valid actions before clicking. No hidden information. Controls reminder on-screen at all times.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093976"/>
            <a:ext cx="40233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093976"/>
            <a:ext cx="73152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1671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2441448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inputs only: mouse click, Q (toggle mode), Space (end turn). Turn-based — zero time pressure. High-contrast UI.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227832"/>
            <a:ext cx="40233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227832"/>
            <a:ext cx="73152" cy="10241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33009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JUICINESS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0" y="3575304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Telegraph tiles pulse with alpha animation. HP bar updates live. Heal feedback on post-wave screen. Highlights clear instantly on state change.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A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112A"/>
          </a:solidFill>
          <a:ln w="12700">
            <a:solidFill>
              <a:srgbClr val="1211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7315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ITERATIONS  (2 completed)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743200" cy="566928"/>
          </a:xfrm>
          <a:prstGeom prst="rect">
            <a:avLst/>
          </a:prstGeom>
          <a:solidFill>
            <a:srgbClr val="12112A"/>
          </a:solidFill>
          <a:ln w="12700">
            <a:solidFill>
              <a:srgbClr val="1211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96696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86968" y="1115568"/>
            <a:ext cx="8229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1155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CHANGED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 grid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19842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WHAT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" y="220370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Started as a flat top-down orthographic grid.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8072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WHY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" y="302666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and positioning were unclear — hard to read spatial relationships at a glance.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3630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OUTCOME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" y="384962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Pivoted to isometric. Rebuilt tile math, highlight system, and entity sort ordering.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9601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960120"/>
            <a:ext cx="2743200" cy="566928"/>
          </a:xfrm>
          <a:prstGeom prst="rect">
            <a:avLst/>
          </a:prstGeom>
          <a:solidFill>
            <a:srgbClr val="12112A"/>
          </a:solidFill>
          <a:ln w="12700">
            <a:solidFill>
              <a:srgbClr val="1211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996696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V2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904488" y="1115568"/>
            <a:ext cx="82296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04488" y="11155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DROPPED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37560" y="1600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Pokémon type system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19842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WHAT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37560" y="220370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design had type advantages — attacks countered specific enemy types.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28072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WHY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37560" y="302666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complexity without improving the Challenge fun. Obscured positioning decisions.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3630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OUTCOME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37560" y="384962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Removed. Kept 3 distinct enemy types with clear visual roles instead.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9601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960120"/>
            <a:ext cx="2743200" cy="566928"/>
          </a:xfrm>
          <a:prstGeom prst="rect">
            <a:avLst/>
          </a:prstGeom>
          <a:solidFill>
            <a:srgbClr val="12112A"/>
          </a:solidFill>
          <a:ln w="12700">
            <a:solidFill>
              <a:srgbClr val="1211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996696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V3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922008" y="1115568"/>
            <a:ext cx="82296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22008" y="11155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ACTIVE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55080" y="1600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prototype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19842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WHAT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55080" y="220370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Isometric 8×8 grid, telegraph system, companions, damage multiplier upgrades.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5080" y="28072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WHY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55080" y="302666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major loops playable. Tile highlights, AI turns, traps all functional.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55080" y="3630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OUTCOME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55080" y="384962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Presenting this build. Planned additions: sound, sprite polish, difficulty tuning.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77824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112A"/>
          </a:solidFill>
          <a:ln w="12700">
            <a:solidFill>
              <a:srgbClr val="1211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731520"/>
          </a:xfrm>
          <a:prstGeom prst="rect">
            <a:avLst/>
          </a:prstGeom>
          <a:solidFill>
            <a:srgbClr val="00C8D7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NARRATIVE + ASSET LIST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023360" cy="438912"/>
          </a:xfrm>
          <a:prstGeom prst="rect">
            <a:avLst/>
          </a:prstGeom>
          <a:solidFill>
            <a:srgbClr val="00C8D7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14984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12A"/>
                </a:solidFill>
              </a:rPr>
              <a:t>Narrative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" y="1609344"/>
            <a:ext cx="54864" cy="384048"/>
          </a:xfrm>
          <a:prstGeom prst="rect">
            <a:avLst/>
          </a:prstGeom>
          <a:solidFill>
            <a:srgbClr val="00C8D7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572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Protagonist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792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</a:rPr>
              <a:t>Shoki — alien, sympathetic underdog stranded on Earth after crash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194560"/>
            <a:ext cx="54864" cy="384048"/>
          </a:xfrm>
          <a:prstGeom prst="rect">
            <a:avLst/>
          </a:prstGeom>
          <a:solidFill>
            <a:srgbClr val="00C8D7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1579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Antagonist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</a:rPr>
              <a:t>Government forces closing in — soldiers, snipers, heavy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2779776"/>
            <a:ext cx="54864" cy="384048"/>
          </a:xfrm>
          <a:prstGeom prst="rect">
            <a:avLst/>
          </a:prstGeom>
          <a:solidFill>
            <a:srgbClr val="00C8D7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Goal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962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</a:rPr>
              <a:t>Survive 10 waves → repair ship → escape. Each wave = new ambush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3364992"/>
            <a:ext cx="54864" cy="384048"/>
          </a:xfrm>
          <a:prstGeom prst="rect">
            <a:avLst/>
          </a:prstGeom>
          <a:solidFill>
            <a:srgbClr val="00C8D7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3284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Environment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</a:rPr>
              <a:t>Crash site — traps are industrial debris and electrical hazards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950208"/>
            <a:ext cx="54864" cy="384048"/>
          </a:xfrm>
          <a:prstGeom prst="rect">
            <a:avLst/>
          </a:prstGeom>
          <a:solidFill>
            <a:srgbClr val="00C8D7"/>
          </a:solidFill>
          <a:ln w="12700">
            <a:solidFill>
              <a:srgbClr val="00C8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9136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Companions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</a:rPr>
              <a:t>Survivors Shoki rescues; they fight alongside him and can die permanently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9601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960120"/>
            <a:ext cx="4023360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1014984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12A"/>
                </a:solidFill>
              </a:rPr>
              <a:t>Asset List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19472" y="1527048"/>
            <a:ext cx="3877056" cy="310896"/>
          </a:xfrm>
          <a:prstGeom prst="rect">
            <a:avLst/>
          </a:prstGeom>
          <a:solidFill>
            <a:srgbClr val="F8F8FC"/>
          </a:solidFill>
          <a:ln w="12700">
            <a:solidFill>
              <a:srgbClr val="F8F8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15636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Player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08192" y="15636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</a:rPr>
              <a:t>Shoki sprite (Aseprite PNG)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56048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Enemies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08192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</a:rPr>
              <a:t>Soldier, Sniper, Heavy sprites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19472" y="2240280"/>
            <a:ext cx="3877056" cy="310896"/>
          </a:xfrm>
          <a:prstGeom prst="rect">
            <a:avLst/>
          </a:prstGeom>
          <a:solidFill>
            <a:srgbClr val="F8F8FC"/>
          </a:solidFill>
          <a:ln w="12700">
            <a:solidFill>
              <a:srgbClr val="F8F8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2768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Companions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08192" y="2276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</a:rPr>
              <a:t>Drone, Brawler, Trickster sprites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56048" y="2633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Tiles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08192" y="26334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</a:rPr>
              <a:t>Ground iso1, Ground iso2 (32×32 iso)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19472" y="2953512"/>
            <a:ext cx="3877056" cy="310896"/>
          </a:xfrm>
          <a:prstGeom prst="rect">
            <a:avLst/>
          </a:prstGeom>
          <a:solidFill>
            <a:srgbClr val="F8F8FC"/>
          </a:solidFill>
          <a:ln w="12700">
            <a:solidFill>
              <a:srgbClr val="F8F8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2990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Overlays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08192" y="29900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</a:rPr>
              <a:t>Move HL, Attack HL, Telegraph ×2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56048" y="33467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Traps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08192" y="33467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</a:rPr>
              <a:t>Spike, Pit, Slow Zone tile sprites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19472" y="3666744"/>
            <a:ext cx="3877056" cy="310896"/>
          </a:xfrm>
          <a:prstGeom prst="rect">
            <a:avLst/>
          </a:prstGeom>
          <a:solidFill>
            <a:srgbClr val="F8F8FC"/>
          </a:solidFill>
          <a:ln w="12700">
            <a:solidFill>
              <a:srgbClr val="F8F8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Audio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08192" y="3703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</a:rPr>
              <a:t>SFX: attack, move, hurt (planned)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56048" y="40599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UI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08192" y="40599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A"/>
                </a:solidFill>
              </a:rPr>
              <a:t>HP bar, wave HUD, upgrade screen, end screens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REQUIREMENTS CHECKLIST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822960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interactive elements (Enemy AI + Traps interact with each other)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581912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90472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LeBlanc fun type — Challenge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249424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157984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GDD using HSLU template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916936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825496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loop diagram (micro / macro / meta)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584448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493008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Interesting choices — melee vs ranged, upgrades, companions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4251960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4160520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Playability + Accessibility + Juiciness addressed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822960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Randomness — initiative, room layout, spawns, trap placement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581912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1490472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gamestate — tile colour coding + telegraph system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249424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2157984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— Shoki's crash-landing escape story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916936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2825496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iterations documented (top-down → iso, type system dropped)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8444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3493008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patterns to be listed in final GDD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4251960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4160520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C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Balancing document to be expanded post-playtesting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773168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4745736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D888"/>
                </a:solidFill>
              </a:rPr>
              <a:t>Done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371600" y="477316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09344" y="474573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B050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0A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Shoki's Adventure — DDG Presentation</dc:title>
  <dc:subject>PptxGenJS Presentation</dc:subject>
  <dc:creator>PptxGenJS</dc:creator>
  <cp:lastModifiedBy>PptxGenJS</cp:lastModifiedBy>
  <cp:revision>1</cp:revision>
  <dcterms:created xsi:type="dcterms:W3CDTF">2026-05-28T11:37:13Z</dcterms:created>
  <dcterms:modified xsi:type="dcterms:W3CDTF">2026-05-28T11:37:13Z</dcterms:modified>
</cp:coreProperties>
</file>